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4BF42-9250-4CBD-952C-B5CC5C276A1E}" v="2" dt="2026-10-27T07:00:06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 Rastogi" userId="50a7c9777a0d2d00" providerId="LiveId" clId="{A2BEF07B-3092-48ED-AB64-01E268C44A4E}"/>
    <pc:docChg chg="custSel modSld">
      <pc:chgData name="Tejas Rastogi" userId="50a7c9777a0d2d00" providerId="LiveId" clId="{A2BEF07B-3092-48ED-AB64-01E268C44A4E}" dt="2026-10-27T15:14:42.213" v="41" actId="20577"/>
      <pc:docMkLst>
        <pc:docMk/>
      </pc:docMkLst>
      <pc:sldChg chg="addSp modSp mod">
        <pc:chgData name="Tejas Rastogi" userId="50a7c9777a0d2d00" providerId="LiveId" clId="{A2BEF07B-3092-48ED-AB64-01E268C44A4E}" dt="2026-10-27T07:00:06.596" v="8" actId="948"/>
        <pc:sldMkLst>
          <pc:docMk/>
          <pc:sldMk cId="0" sldId="256"/>
        </pc:sldMkLst>
        <pc:spChg chg="mod">
          <ac:chgData name="Tejas Rastogi" userId="50a7c9777a0d2d00" providerId="LiveId" clId="{A2BEF07B-3092-48ED-AB64-01E268C44A4E}" dt="2026-10-27T07:00:06.052" v="0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6.175" v="1" actId="20577"/>
          <ac:spMkLst>
            <pc:docMk/>
            <pc:sldMk cId="0" sldId="256"/>
            <ac:spMk id="4" creationId="{00000000-0000-0000-0000-000000000000}"/>
          </ac:spMkLst>
        </pc:spChg>
        <pc:spChg chg="add mod">
          <ac:chgData name="Tejas Rastogi" userId="50a7c9777a0d2d00" providerId="LiveId" clId="{A2BEF07B-3092-48ED-AB64-01E268C44A4E}" dt="2026-10-27T07:00:06.596" v="8" actId="948"/>
          <ac:spMkLst>
            <pc:docMk/>
            <pc:sldMk cId="0" sldId="256"/>
            <ac:spMk id="5" creationId="{EB5FCF02-FCC6-ACF7-567B-75E9EC2B6CBC}"/>
          </ac:spMkLst>
        </pc:spChg>
      </pc:sldChg>
      <pc:sldChg chg="modSp mod">
        <pc:chgData name="Tejas Rastogi" userId="50a7c9777a0d2d00" providerId="LiveId" clId="{A2BEF07B-3092-48ED-AB64-01E268C44A4E}" dt="2026-10-27T15:14:42.213" v="41" actId="20577"/>
        <pc:sldMkLst>
          <pc:docMk/>
          <pc:sldMk cId="0" sldId="258"/>
        </pc:sldMkLst>
        <pc:spChg chg="mod">
          <ac:chgData name="Tejas Rastogi" userId="50a7c9777a0d2d00" providerId="LiveId" clId="{A2BEF07B-3092-48ED-AB64-01E268C44A4E}" dt="2026-10-27T15:14:14.540" v="35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Tejas Rastogi" userId="50a7c9777a0d2d00" providerId="LiveId" clId="{A2BEF07B-3092-48ED-AB64-01E268C44A4E}" dt="2026-10-27T15:14:42.213" v="41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Tejas Rastogi" userId="50a7c9777a0d2d00" providerId="LiveId" clId="{A2BEF07B-3092-48ED-AB64-01E268C44A4E}" dt="2026-10-27T15:14:14.672" v="36" actId="20577"/>
          <ac:spMkLst>
            <pc:docMk/>
            <pc:sldMk cId="0" sldId="258"/>
            <ac:spMk id="22" creationId="{00000000-0000-0000-0000-000000000000}"/>
          </ac:spMkLst>
        </pc:spChg>
      </pc:sldChg>
      <pc:sldChg chg="modSp mod">
        <pc:chgData name="Tejas Rastogi" userId="50a7c9777a0d2d00" providerId="LiveId" clId="{A2BEF07B-3092-48ED-AB64-01E268C44A4E}" dt="2026-10-27T15:14:14.681" v="37" actId="20577"/>
        <pc:sldMkLst>
          <pc:docMk/>
          <pc:sldMk cId="0" sldId="259"/>
        </pc:sldMkLst>
        <pc:spChg chg="mod">
          <ac:chgData name="Tejas Rastogi" userId="50a7c9777a0d2d00" providerId="LiveId" clId="{A2BEF07B-3092-48ED-AB64-01E268C44A4E}" dt="2026-10-27T15:14:14.681" v="37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087" v="10" actId="20577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Tejas Rastogi" userId="50a7c9777a0d2d00" providerId="LiveId" clId="{A2BEF07B-3092-48ED-AB64-01E268C44A4E}" dt="2026-10-27T07:00:07.200" v="19" actId="20577"/>
        <pc:sldMkLst>
          <pc:docMk/>
          <pc:sldMk cId="0" sldId="261"/>
        </pc:sldMkLst>
        <pc:spChg chg="mod">
          <ac:chgData name="Tejas Rastogi" userId="50a7c9777a0d2d00" providerId="LiveId" clId="{A2BEF07B-3092-48ED-AB64-01E268C44A4E}" dt="2026-10-27T07:00:07.114" v="11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131" v="12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139" v="13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149" v="14" actId="20577"/>
          <ac:spMkLst>
            <pc:docMk/>
            <pc:sldMk cId="0" sldId="261"/>
            <ac:spMk id="17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161" v="15" actId="2057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169" v="16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177" v="17" actId="20577"/>
          <ac:spMkLst>
            <pc:docMk/>
            <pc:sldMk cId="0" sldId="261"/>
            <ac:spMk id="25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186" v="18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200" v="19" actId="20577"/>
          <ac:spMkLst>
            <pc:docMk/>
            <pc:sldMk cId="0" sldId="261"/>
            <ac:spMk id="27" creationId="{00000000-0000-0000-0000-000000000000}"/>
          </ac:spMkLst>
        </pc:spChg>
      </pc:sldChg>
      <pc:sldChg chg="modSp mod">
        <pc:chgData name="Tejas Rastogi" userId="50a7c9777a0d2d00" providerId="LiveId" clId="{A2BEF07B-3092-48ED-AB64-01E268C44A4E}" dt="2026-10-27T15:14:14.694" v="38" actId="20577"/>
        <pc:sldMkLst>
          <pc:docMk/>
          <pc:sldMk cId="0" sldId="262"/>
        </pc:sldMkLst>
        <pc:spChg chg="mod">
          <ac:chgData name="Tejas Rastogi" userId="50a7c9777a0d2d00" providerId="LiveId" clId="{A2BEF07B-3092-48ED-AB64-01E268C44A4E}" dt="2026-10-27T15:14:14.694" v="38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218" v="20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225" v="21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237" v="22" actId="20577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Tejas Rastogi" userId="50a7c9777a0d2d00" providerId="LiveId" clId="{A2BEF07B-3092-48ED-AB64-01E268C44A4E}" dt="2026-10-27T15:14:14.707" v="40" actId="20577"/>
        <pc:sldMkLst>
          <pc:docMk/>
          <pc:sldMk cId="0" sldId="263"/>
        </pc:sldMkLst>
        <pc:spChg chg="mod">
          <ac:chgData name="Tejas Rastogi" userId="50a7c9777a0d2d00" providerId="LiveId" clId="{A2BEF07B-3092-48ED-AB64-01E268C44A4E}" dt="2026-10-27T15:14:14.702" v="39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251" v="23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259" v="24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283" v="25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292" v="26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Tejas Rastogi" userId="50a7c9777a0d2d00" providerId="LiveId" clId="{A2BEF07B-3092-48ED-AB64-01E268C44A4E}" dt="2026-10-27T15:14:14.707" v="40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317" v="28" actId="2057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325" v="29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338" v="30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352" v="31" actId="20577"/>
          <ac:spMkLst>
            <pc:docMk/>
            <pc:sldMk cId="0" sldId="263"/>
            <ac:spMk id="14" creationId="{00000000-0000-0000-0000-000000000000}"/>
          </ac:spMkLst>
        </pc:spChg>
      </pc:sldChg>
      <pc:sldChg chg="modSp mod">
        <pc:chgData name="Tejas Rastogi" userId="50a7c9777a0d2d00" providerId="LiveId" clId="{A2BEF07B-3092-48ED-AB64-01E268C44A4E}" dt="2026-10-27T07:00:07.388" v="34" actId="20577"/>
        <pc:sldMkLst>
          <pc:docMk/>
          <pc:sldMk cId="0" sldId="264"/>
        </pc:sldMkLst>
        <pc:spChg chg="mod">
          <ac:chgData name="Tejas Rastogi" userId="50a7c9777a0d2d00" providerId="LiveId" clId="{A2BEF07B-3092-48ED-AB64-01E268C44A4E}" dt="2026-10-27T07:00:07.366" v="32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376" v="33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Tejas Rastogi" userId="50a7c9777a0d2d00" providerId="LiveId" clId="{A2BEF07B-3092-48ED-AB64-01E268C44A4E}" dt="2026-10-27T07:00:07.388" v="34" actId="20577"/>
          <ac:spMkLst>
            <pc:docMk/>
            <pc:sldMk cId="0" sldId="264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58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BuyerLens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Shopping Behavior Analytics</a:t>
            </a:r>
            <a:endParaRPr lang="en-US" sz="1750" dirty="0"/>
          </a:p>
        </p:txBody>
      </p:sp>
      <p:sp>
        <p:nvSpPr>
          <p:cNvPr id="5" name="BuyerLens attribution">
            <a:extLst>
              <a:ext uri="{FF2B5EF4-FFF2-40B4-BE49-F238E27FC236}">
                <a16:creationId xmlns:a16="http://schemas.microsoft.com/office/drawing/2014/main" id="{EB5FCF02-FCC6-ACF7-567B-75E9EC2B6CBC}"/>
              </a:ext>
            </a:extLst>
          </p:cNvPr>
          <p:cNvSpPr txBox="1"/>
          <p:nvPr/>
        </p:nvSpPr>
        <p:spPr>
          <a:xfrm>
            <a:off x="6280150" y="5524500"/>
            <a:ext cx="75565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200">
                <a:solidFill>
                  <a:srgbClr val="000000"/>
                </a:solidFill>
                <a:latin typeface="DM Sans" panose="020F0502020204030204" pitchFamily="2" charset="0"/>
              </a:rPr>
              <a:t>By Tejas Rastogi | github.com/tejasrastogileet/BuyerLens</a:t>
            </a:r>
          </a:p>
          <a:p>
            <a:r>
              <a:rPr lang="en-IN" sz="1200">
                <a:solidFill>
                  <a:srgbClr val="000000"/>
                </a:solidFill>
                <a:latin typeface="DM Sans" panose="020F0502020204030204" pitchFamily="2" charset="0"/>
              </a:rPr>
              <a:t>Based on original work by Meghan Gowda B 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 Analysis Prep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data for MySQL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Amount by Gender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purchase amount: $157,890; female: $75,191.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3.86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average rating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3.84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Second-highest average rating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3.82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Third-highest average rating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Average Purchase by Shipping Type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$60.48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$58.46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average is $2.02 higher per purchase (3.45%).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Summary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$59.49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Average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vs. $59.87 for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26.88%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Amount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total purchase amount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1,053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 Records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27.0% of 3,900 purchase records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79.90% (&gt;10 prior purchases)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17.97% (2-10 prior purchases)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2.13% (1 prior purchase)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307</Words>
  <Application>Microsoft Office PowerPoint</Application>
  <PresentationFormat>Custom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Libre Baskerville Light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Tejas Rastogi</cp:lastModifiedBy>
  <cp:revision>1</cp:revision>
  <dcterms:created xsi:type="dcterms:W3CDTF">2025-10-14T02:52:14Z</dcterms:created>
  <dcterms:modified xsi:type="dcterms:W3CDTF">2026-10-27T15:14:42Z</dcterms:modified>
</cp:coreProperties>
</file>